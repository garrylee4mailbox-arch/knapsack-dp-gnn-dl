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lvl1pPr marL="0" lvl="0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1pPr>
    <a:lvl2pPr marL="457200" lvl="1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2pPr>
    <a:lvl3pPr marL="914400" lvl="2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3pPr>
    <a:lvl4pPr marL="1371600" lvl="3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4pPr>
    <a:lvl5pPr marL="1828800" lvl="4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5pPr>
    <a:lvl6pPr marL="2286000" lvl="5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6pPr>
    <a:lvl7pPr marL="2743200" lvl="6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7pPr>
    <a:lvl8pPr marL="3200400" lvl="7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8pPr>
    <a:lvl9pPr marL="3657600" lvl="8" algn="l" defTabSz="914400">
      <a:lnSpc>
        <a:spcPct val="130000"/>
      </a:lnSpc>
      <a:defRPr sz="1800" kern="1200">
        <a:solidFill>
          <a:schemeClr val="tx1"/>
        </a:solidFill>
        <a:latin typeface="Arial"/>
        <a:ea typeface="Microsoft YaHe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lvl="0" algn="ctr">
              <a:defRPr sz="6000"/>
            </a:lvl1pPr>
          </a:lstStyle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lvl="0" indent="0" algn="ctr">
              <a:buNone/>
              <a:defRPr sz="2400"/>
            </a:lvl1pPr>
            <a:lvl2pPr marL="457200" lvl="1" indent="0" algn="ctr">
              <a:buNone/>
              <a:defRPr sz="2000"/>
            </a:lvl2pPr>
            <a:lvl3pPr marL="914400" lvl="2" indent="0" algn="ctr">
              <a:buNone/>
              <a:defRPr sz="1800"/>
            </a:lvl3pPr>
            <a:lvl4pPr marL="1371600" lvl="3" indent="0" algn="ctr">
              <a:buNone/>
              <a:defRPr sz="1600"/>
            </a:lvl4pPr>
            <a:lvl5pPr marL="1828800" lvl="4" indent="0" algn="ctr">
              <a:buNone/>
              <a:defRPr sz="1600"/>
            </a:lvl5pPr>
            <a:lvl6pPr marL="2286000" lvl="5" indent="0" algn="ctr">
              <a:buNone/>
              <a:defRPr sz="1600"/>
            </a:lvl6pPr>
            <a:lvl7pPr marL="2743200" lvl="6" indent="0" algn="ctr">
              <a:buNone/>
              <a:defRPr sz="1600"/>
            </a:lvl7pPr>
            <a:lvl8pPr marL="3200400" lvl="7" indent="0" algn="ctr">
              <a:buNone/>
              <a:defRPr sz="1600"/>
            </a:lvl8pPr>
            <a:lvl9pPr marL="3657600" lvl="8" indent="0" algn="ctr">
              <a:buNone/>
              <a:defRPr sz="1600"/>
            </a:lvl9pPr>
          </a:lstStyle>
          <a:p>
            <a:r>
              <a:rPr lang="zh-CN"/>
              <a:t>单击此处编辑母版副标题样式</a:t>
            </a:r>
            <a:endParaRPr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7DC6A6-BF1E-4CE5-B3E6-718B8EA0B82A}" type="datetime1">
              <a:rPr lang="en-US" altLang="zh-CN"/>
              <a:t>2025/12/16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FC705DF-EB6A-4429-A9CF-8086C29D54D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10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B03108F-6D01-401F-BB83-A4EE273EE035}" type="datetime1">
              <a:rPr lang="en-US" altLang="zh-CN"/>
              <a:t>2025/12/16</a:t>
            </a:fld>
            <a:endParaRPr lang="zh-CN"/>
          </a:p>
        </p:txBody>
      </p:sp>
      <p:sp>
        <p:nvSpPr>
          <p:cNvPr id="11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12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A18DFAB-279D-45FB-8988-01B47F34F95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 lvl="0">
              <a:defRPr sz="6000"/>
            </a:lvl1pPr>
          </a:lstStyle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21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lv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lvl="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lvl="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lvl="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lvl="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lvl="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lvl="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lvl="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lvl="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</p:txBody>
      </p:sp>
      <p:sp>
        <p:nvSpPr>
          <p:cNvPr id="22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D5B006A-3E28-4231-AF04-14767498E664}" type="datetime1">
              <a:rPr lang="en-US" altLang="zh-CN"/>
              <a:t>2025/12/16</a:t>
            </a:fld>
            <a:endParaRPr lang="zh-CN"/>
          </a:p>
        </p:txBody>
      </p:sp>
      <p:sp>
        <p:nvSpPr>
          <p:cNvPr id="23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24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8B94FA0-F740-4CDC-A935-5AEA919A98D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27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28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29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1F3BCCF-927F-4C14-9052-F5177C3C439D}" type="datetime1">
              <a:rPr lang="en-US" altLang="zh-CN"/>
              <a:t>2025/12/16</a:t>
            </a:fld>
            <a:endParaRPr lang="zh-CN"/>
          </a:p>
        </p:txBody>
      </p:sp>
      <p:sp>
        <p:nvSpPr>
          <p:cNvPr id="30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31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08259AF-2A25-452C-AA5F-7B080E8C5A7E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34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lvl="0" indent="0">
              <a:buNone/>
              <a:defRPr sz="2400" b="1"/>
            </a:lvl1pPr>
            <a:lvl2pPr marL="457200" lvl="1" indent="0">
              <a:buNone/>
              <a:defRPr sz="2000" b="1"/>
            </a:lvl2pPr>
            <a:lvl3pPr marL="914400" lvl="2" indent="0">
              <a:buNone/>
              <a:defRPr sz="1800" b="1"/>
            </a:lvl3pPr>
            <a:lvl4pPr marL="1371600" lvl="3" indent="0">
              <a:buNone/>
              <a:defRPr sz="1600" b="1"/>
            </a:lvl4pPr>
            <a:lvl5pPr marL="1828800" lvl="4" indent="0">
              <a:buNone/>
              <a:defRPr sz="1600" b="1"/>
            </a:lvl5pPr>
            <a:lvl6pPr marL="2286000" lvl="5" indent="0">
              <a:buNone/>
              <a:defRPr sz="1600" b="1"/>
            </a:lvl6pPr>
            <a:lvl7pPr marL="2743200" lvl="6" indent="0">
              <a:buNone/>
              <a:defRPr sz="1600" b="1"/>
            </a:lvl7pPr>
            <a:lvl8pPr marL="3200400" lvl="7" indent="0">
              <a:buNone/>
              <a:defRPr sz="1600" b="1"/>
            </a:lvl8pPr>
            <a:lvl9pPr marL="3657600" lvl="8" indent="0">
              <a:buNone/>
              <a:defRPr sz="1600" b="1"/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</p:txBody>
      </p:sp>
      <p:sp>
        <p:nvSpPr>
          <p:cNvPr id="35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36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lvl="0" indent="0">
              <a:buNone/>
              <a:defRPr sz="2400" b="1"/>
            </a:lvl1pPr>
            <a:lvl2pPr marL="457200" lvl="1" indent="0">
              <a:buNone/>
              <a:defRPr sz="2000" b="1"/>
            </a:lvl2pPr>
            <a:lvl3pPr marL="914400" lvl="2" indent="0">
              <a:buNone/>
              <a:defRPr sz="1800" b="1"/>
            </a:lvl3pPr>
            <a:lvl4pPr marL="1371600" lvl="3" indent="0">
              <a:buNone/>
              <a:defRPr sz="1600" b="1"/>
            </a:lvl4pPr>
            <a:lvl5pPr marL="1828800" lvl="4" indent="0">
              <a:buNone/>
              <a:defRPr sz="1600" b="1"/>
            </a:lvl5pPr>
            <a:lvl6pPr marL="2286000" lvl="5" indent="0">
              <a:buNone/>
              <a:defRPr sz="1600" b="1"/>
            </a:lvl6pPr>
            <a:lvl7pPr marL="2743200" lvl="6" indent="0">
              <a:buNone/>
              <a:defRPr sz="1600" b="1"/>
            </a:lvl7pPr>
            <a:lvl8pPr marL="3200400" lvl="7" indent="0">
              <a:buNone/>
              <a:defRPr sz="1600" b="1"/>
            </a:lvl8pPr>
            <a:lvl9pPr marL="3657600" lvl="8" indent="0">
              <a:buNone/>
              <a:defRPr sz="1600" b="1"/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</p:txBody>
      </p:sp>
      <p:sp>
        <p:nvSpPr>
          <p:cNvPr id="37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38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19FF268-CF0C-4595-A6A8-A0B1FC2FEB42}" type="datetime1">
              <a:rPr lang="en-US" altLang="zh-CN"/>
              <a:t>2025/12/16</a:t>
            </a:fld>
            <a:endParaRPr lang="zh-CN"/>
          </a:p>
        </p:txBody>
      </p:sp>
      <p:sp>
        <p:nvSpPr>
          <p:cNvPr id="39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0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3A90A56-B7DA-460C-8F46-95BFAF0AF95F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4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05E0E50-3259-4429-AAEB-7BA10F2285FC}" type="datetime1">
              <a:rPr lang="en-US" altLang="zh-CN"/>
              <a:t>2025/12/16</a:t>
            </a:fld>
            <a:endParaRPr lang="zh-CN"/>
          </a:p>
        </p:txBody>
      </p:sp>
      <p:sp>
        <p:nvSpPr>
          <p:cNvPr id="4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2178EC5-58A4-4F44-B83C-34BE3E218ABE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3EF5456-EA9D-47AD-816E-BBFCE6D3FB5C}" type="datetime1">
              <a:rPr lang="en-US" altLang="zh-CN"/>
              <a:t>2025/12/16</a:t>
            </a:fld>
            <a:endParaRPr lang="zh-CN"/>
          </a:p>
        </p:txBody>
      </p:sp>
      <p:sp>
        <p:nvSpPr>
          <p:cNvPr id="48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9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3199BA4-F8C4-48F6-BF3D-6D4BD834E815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lvl="0">
              <a:defRPr sz="3200"/>
            </a:lvl1pPr>
          </a:lstStyle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52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lvl="0">
              <a:defRPr sz="3200"/>
            </a:lvl1pPr>
            <a:lvl2pPr lvl="1">
              <a:defRPr sz="2800"/>
            </a:lvl2pPr>
            <a:lvl3pPr lvl="2">
              <a:defRPr sz="2400"/>
            </a:lvl3pPr>
            <a:lvl4pPr lvl="3">
              <a:defRPr sz="2000"/>
            </a:lvl4pPr>
            <a:lvl5pPr lvl="4">
              <a:defRPr sz="2000"/>
            </a:lvl5pPr>
            <a:lvl6pPr lvl="5">
              <a:defRPr sz="2000"/>
            </a:lvl6pPr>
            <a:lvl7pPr lvl="6">
              <a:defRPr sz="2000"/>
            </a:lvl7pPr>
            <a:lvl8pPr lvl="7">
              <a:defRPr sz="2000"/>
            </a:lvl8pPr>
            <a:lvl9pPr lvl="8">
              <a:defRPr sz="2000"/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53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lvl="0" indent="0">
              <a:buNone/>
              <a:defRPr sz="1600"/>
            </a:lvl1pPr>
            <a:lvl2pPr marL="457200" lvl="1" indent="0">
              <a:buNone/>
              <a:defRPr sz="1400"/>
            </a:lvl2pPr>
            <a:lvl3pPr marL="914400" lvl="2" indent="0">
              <a:buNone/>
              <a:defRPr sz="1200"/>
            </a:lvl3pPr>
            <a:lvl4pPr marL="1371600" lvl="3" indent="0">
              <a:buNone/>
              <a:defRPr sz="1000"/>
            </a:lvl4pPr>
            <a:lvl5pPr marL="1828800" lvl="4" indent="0">
              <a:buNone/>
              <a:defRPr sz="1000"/>
            </a:lvl5pPr>
            <a:lvl6pPr marL="2286000" lvl="5" indent="0">
              <a:buNone/>
              <a:defRPr sz="1000"/>
            </a:lvl6pPr>
            <a:lvl7pPr marL="2743200" lvl="6" indent="0">
              <a:buNone/>
              <a:defRPr sz="1000"/>
            </a:lvl7pPr>
            <a:lvl8pPr marL="3200400" lvl="7" indent="0">
              <a:buNone/>
              <a:defRPr sz="1000"/>
            </a:lvl8pPr>
            <a:lvl9pPr marL="3657600" lvl="8" indent="0">
              <a:buNone/>
              <a:defRPr sz="1000"/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</p:txBody>
      </p:sp>
      <p:sp>
        <p:nvSpPr>
          <p:cNvPr id="54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DD0B665-21F2-4210-A0AB-1FF516ABB0EC}" type="datetime1">
              <a:rPr lang="en-US" altLang="zh-CN"/>
              <a:t>2025/12/16</a:t>
            </a:fld>
            <a:endParaRPr lang="zh-CN"/>
          </a:p>
        </p:txBody>
      </p:sp>
      <p:sp>
        <p:nvSpPr>
          <p:cNvPr id="55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6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120986-D9F8-450A-8E8A-7B53A97B66E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lvl="0">
              <a:defRPr sz="3200"/>
            </a:lvl1pPr>
          </a:lstStyle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59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lvl="0" indent="0">
              <a:buNone/>
              <a:defRPr sz="3200"/>
            </a:lvl1pPr>
            <a:lvl2pPr marL="457200" lvl="1" indent="0">
              <a:buNone/>
              <a:defRPr sz="2800"/>
            </a:lvl2pPr>
            <a:lvl3pPr marL="914400" lvl="2" indent="0">
              <a:buNone/>
              <a:defRPr sz="2400"/>
            </a:lvl3pPr>
            <a:lvl4pPr marL="1371600" lvl="3" indent="0">
              <a:buNone/>
              <a:defRPr sz="2000"/>
            </a:lvl4pPr>
            <a:lvl5pPr marL="1828800" lvl="4" indent="0">
              <a:buNone/>
              <a:defRPr sz="2000"/>
            </a:lvl5pPr>
            <a:lvl6pPr marL="2286000" lvl="5" indent="0">
              <a:buNone/>
              <a:defRPr sz="2000"/>
            </a:lvl6pPr>
            <a:lvl7pPr marL="2743200" lvl="6" indent="0">
              <a:buNone/>
              <a:defRPr sz="2000"/>
            </a:lvl7pPr>
            <a:lvl8pPr marL="3200400" lvl="7" indent="0">
              <a:buNone/>
              <a:defRPr sz="2000"/>
            </a:lvl8pPr>
            <a:lvl9pPr marL="3657600" lvl="8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60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lvl="0" indent="0">
              <a:buNone/>
              <a:defRPr sz="1600"/>
            </a:lvl1pPr>
            <a:lvl2pPr marL="457200" lvl="1" indent="0">
              <a:buNone/>
              <a:defRPr sz="1400"/>
            </a:lvl2pPr>
            <a:lvl3pPr marL="914400" lvl="2" indent="0">
              <a:buNone/>
              <a:defRPr sz="1200"/>
            </a:lvl3pPr>
            <a:lvl4pPr marL="1371600" lvl="3" indent="0">
              <a:buNone/>
              <a:defRPr sz="1000"/>
            </a:lvl4pPr>
            <a:lvl5pPr marL="1828800" lvl="4" indent="0">
              <a:buNone/>
              <a:defRPr sz="1000"/>
            </a:lvl5pPr>
            <a:lvl6pPr marL="2286000" lvl="5" indent="0">
              <a:buNone/>
              <a:defRPr sz="1000"/>
            </a:lvl6pPr>
            <a:lvl7pPr marL="2743200" lvl="6" indent="0">
              <a:buNone/>
              <a:defRPr sz="1000"/>
            </a:lvl7pPr>
            <a:lvl8pPr marL="3200400" lvl="7" indent="0">
              <a:buNone/>
              <a:defRPr sz="1000"/>
            </a:lvl8pPr>
            <a:lvl9pPr marL="3657600" lvl="8" indent="0">
              <a:buNone/>
              <a:defRPr sz="1000"/>
            </a:lvl9pPr>
          </a:lstStyle>
          <a:p>
            <a:pPr lvl="0"/>
            <a:r>
              <a:rPr lang="zh-CN"/>
              <a:t>单击此处编辑母版文本样式</a:t>
            </a:r>
            <a:endParaRPr/>
          </a:p>
        </p:txBody>
      </p:sp>
      <p:sp>
        <p:nvSpPr>
          <p:cNvPr id="61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E233BD8-DB7E-4E6E-9456-6D1E77C88269}" type="datetime1">
              <a:rPr lang="en-US" altLang="zh-CN"/>
              <a:t>2025/12/16</a:t>
            </a:fld>
            <a:endParaRPr lang="zh-CN"/>
          </a:p>
        </p:txBody>
      </p:sp>
      <p:sp>
        <p:nvSpPr>
          <p:cNvPr id="62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3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47CCC7F-E1A2-469B-A337-764C3DF0731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66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67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772B07E-4E44-4E95-89AF-F1EF6F4CC7EC}" type="datetime1">
              <a:rPr lang="en-US" altLang="zh-CN"/>
              <a:t>2025/12/16</a:t>
            </a:fld>
            <a:endParaRPr lang="zh-CN"/>
          </a:p>
        </p:txBody>
      </p:sp>
      <p:sp>
        <p:nvSpPr>
          <p:cNvPr id="68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9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0D47AF7-089F-4725-8B45-DEA8A59F6C62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15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16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7AA1729-FFEC-4670-BE57-9BB1B6CF1583}" type="datetime1">
              <a:rPr lang="en-US" altLang="zh-CN"/>
              <a:t>2025/12/16</a:t>
            </a:fld>
            <a:endParaRPr lang="zh-CN"/>
          </a:p>
        </p:txBody>
      </p:sp>
      <p:sp>
        <p:nvSpPr>
          <p:cNvPr id="17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18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7AACFD0-6D64-47CD-A483-D6FD4530736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zh-CN"/>
              <a:t>单击此处编辑母版标题样式</a:t>
            </a:r>
            <a:endParaRPr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/>
            <a:r>
              <a:rPr lang="zh-CN"/>
              <a:t>单击此处编辑母版文本样式</a:t>
            </a:r>
            <a:endParaRPr/>
          </a:p>
          <a:p>
            <a:pPr lvl="1"/>
            <a:r>
              <a:rPr lang="zh-CN"/>
              <a:t>二级</a:t>
            </a:r>
            <a:endParaRPr/>
          </a:p>
          <a:p>
            <a:pPr lvl="2"/>
            <a:r>
              <a:rPr lang="zh-CN"/>
              <a:t>三级</a:t>
            </a:r>
            <a:endParaRPr/>
          </a:p>
          <a:p>
            <a:pPr lvl="3"/>
            <a:r>
              <a:rPr lang="zh-CN"/>
              <a:t>四级</a:t>
            </a:r>
            <a:endParaRPr/>
          </a:p>
          <a:p>
            <a:pPr lvl="4"/>
            <a:r>
              <a:rPr lang="zh-CN"/>
              <a:t>五级</a:t>
            </a:r>
            <a:endParaRPr/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ADBE2-30DF-480B-A5CC-C216012A8DE2}" type="datetime1">
              <a:rPr lang="en-US" altLang="zh-CN"/>
              <a:t>2025/12/16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09DED9-3562-4003-9ED4-F9F7C2DA97F0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l" defTabSz="914400">
        <a:lnSpc>
          <a:spcPct val="130000"/>
        </a:lnSpc>
        <a:spcBef>
          <a:spcPct val="1"/>
        </a:spcBef>
        <a:buNone/>
        <a:defRPr sz="4400" kern="1200">
          <a:solidFill>
            <a:schemeClr val="tx1"/>
          </a:solidFill>
          <a:latin typeface="Arial"/>
          <a:ea typeface="Microsoft YaHei"/>
        </a:defRPr>
      </a:lvl1pPr>
    </p:titleStyle>
    <p:bodyStyle>
      <a:lvl1pPr marL="228600" lvl="0" indent="-228600" algn="l" defTabSz="914400">
        <a:lnSpc>
          <a:spcPct val="130000"/>
        </a:lnSpc>
        <a:spcBef>
          <a:spcPts val="1000"/>
        </a:spcBef>
        <a:buFont typeface="Arial" charset="0"/>
        <a:buChar char="•"/>
        <a:defRPr sz="2800" kern="1200">
          <a:solidFill>
            <a:schemeClr val="tx1"/>
          </a:solidFill>
          <a:latin typeface="Arial"/>
          <a:ea typeface="Microsoft YaHei"/>
        </a:defRPr>
      </a:lvl1pPr>
      <a:lvl2pPr marL="685800" lvl="1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2400" kern="1200">
          <a:solidFill>
            <a:schemeClr val="tx1"/>
          </a:solidFill>
          <a:latin typeface="Arial"/>
          <a:ea typeface="Microsoft YaHei"/>
        </a:defRPr>
      </a:lvl2pPr>
      <a:lvl3pPr marL="1143000" lvl="2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2000" kern="1200">
          <a:solidFill>
            <a:schemeClr val="tx1"/>
          </a:solidFill>
          <a:latin typeface="Arial"/>
          <a:ea typeface="Microsoft YaHei"/>
        </a:defRPr>
      </a:lvl3pPr>
      <a:lvl4pPr marL="1600200" lvl="3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4pPr>
      <a:lvl5pPr marL="2057400" lvl="4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5pPr>
      <a:lvl6pPr marL="2514600" lvl="5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6pPr>
      <a:lvl7pPr marL="2971800" lvl="6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7pPr>
      <a:lvl8pPr marL="3429000" lvl="7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8pPr>
      <a:lvl9pPr marL="3886200" lvl="8" indent="-228600" algn="l" defTabSz="914400">
        <a:lnSpc>
          <a:spcPct val="13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Arial"/>
          <a:ea typeface="Microsoft YaHei"/>
        </a:defRPr>
      </a:lvl9pPr>
    </p:bodyStyle>
    <p:otherStyle>
      <a:lvl1pPr marL="0" lvl="0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1pPr>
      <a:lvl2pPr marL="457200" lvl="1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2pPr>
      <a:lvl3pPr marL="914400" lvl="2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3pPr>
      <a:lvl4pPr marL="1371600" lvl="3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4pPr>
      <a:lvl5pPr marL="1828800" lvl="4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5pPr>
      <a:lvl6pPr marL="2286000" lvl="5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6pPr>
      <a:lvl7pPr marL="2743200" lvl="6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7pPr>
      <a:lvl8pPr marL="3200400" lvl="7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8pPr>
      <a:lvl9pPr marL="3657600" lvl="8" algn="l" defTabSz="914400">
        <a:lnSpc>
          <a:spcPct val="130000"/>
        </a:lnSpc>
        <a:defRPr sz="1800" kern="1200">
          <a:solidFill>
            <a:schemeClr val="tx1"/>
          </a:solidFill>
          <a:latin typeface="Arial"/>
          <a:ea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1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17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21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25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腾讯文档 默认主题​">
  <a:themeElements>
    <a:clrScheme name="Tencent">
      <a:dk1>
        <a:srgbClr val="000000"/>
      </a:dk1>
      <a:lt1>
        <a:srgbClr val="FFFFFF"/>
      </a:lt1>
      <a:dk2>
        <a:srgbClr val="485368"/>
      </a:dk2>
      <a:lt2>
        <a:srgbClr val="2972F4"/>
      </a:lt2>
      <a:accent1>
        <a:srgbClr val="00A3F5"/>
      </a:accent1>
      <a:accent2>
        <a:srgbClr val="319B62"/>
      </a:accent2>
      <a:accent3>
        <a:srgbClr val="DE3C36"/>
      </a:accent3>
      <a:accent4>
        <a:srgbClr val="F88825"/>
      </a:accent4>
      <a:accent5>
        <a:srgbClr val="F5C400"/>
      </a:accent5>
      <a:accent6>
        <a:srgbClr val="9A38D7"/>
      </a:accent6>
      <a:hlink>
        <a:srgbClr val="175CEB"/>
      </a:hlink>
      <a:folHlink>
        <a:srgbClr val="81868F"/>
      </a:folHlink>
    </a:clrScheme>
    <a:fontScheme name="Office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9" baseType="lpstr">
      <vt:lpstr>Arial</vt:lpstr>
      <vt:lpstr>腾讯文档 默认主题​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Guanlin Li</cp:lastModifiedBy>
  <cp:revision>1</cp:revision>
  <dcterms:created xsi:type="dcterms:W3CDTF">2025-12-16T13:36:22Z</dcterms:created>
  <dcterms:modified xsi:type="dcterms:W3CDTF">2025-12-16T06:19:43Z</dcterms:modified>
</cp:coreProperties>
</file>